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personnes – LEPL1805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appliquée au Centre Médical Horizon</a:t>
            </a:r>
          </a:p>
          <a:p>
            <a:r>
              <a:t>Présentation jury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Centre Médical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ASBL – soins 24h/24</a:t>
            </a:r>
          </a:p>
          <a:p>
            <a:r>
              <a:t>600 lits – 2 sites</a:t>
            </a:r>
          </a:p>
          <a:p>
            <a:r>
              <a:t>Organisation humaine complexe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Marché du travail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Vieillissement</a:t>
            </a:r>
          </a:p>
          <a:p>
            <a:r>
              <a:t>Pénurie</a:t>
            </a:r>
          </a:p>
          <a:p>
            <a:r>
              <a:t>Souffrance au travail</a:t>
            </a:r>
          </a:p>
          <a:p>
            <a:r>
              <a:t>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Enjeux de gestion des personnes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Fidélisation</a:t>
            </a:r>
          </a:p>
          <a:p>
            <a:r>
              <a:t>Engagement</a:t>
            </a:r>
          </a:p>
          <a:p>
            <a:r>
              <a:t>Bien-être</a:t>
            </a:r>
          </a:p>
          <a:p>
            <a:r>
              <a:t>Performance durable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Stratégie &amp; personnes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– Mission – Valeurs</a:t>
            </a:r>
          </a:p>
          <a:p>
            <a:r>
              <a:t>Personnes au cœur de la stratégie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humain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</a:t>
            </a:r>
          </a:p>
          <a:p>
            <a:r>
              <a:t>Relations</a:t>
            </a:r>
          </a:p>
          <a:p>
            <a:r>
              <a:t>Reconnaissance</a:t>
            </a:r>
          </a:p>
          <a:p>
            <a:r>
              <a:t>Long terme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Changements permanents</a:t>
            </a:r>
          </a:p>
          <a:p>
            <a:r>
              <a:t>Impacts humains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Conduite du changement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Volet technique + volet humain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ADKAR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Awareness</a:t>
            </a:r>
          </a:p>
          <a:p>
            <a:r>
              <a:t>Desire</a:t>
            </a:r>
          </a:p>
          <a:p>
            <a:r>
              <a:t>Knowledge</a:t>
            </a:r>
          </a:p>
          <a:p>
            <a:r>
              <a:t>Ability</a:t>
            </a:r>
          </a:p>
          <a:p>
            <a:r>
              <a:t>Reinforcement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Rôles du changement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Sponsor</a:t>
            </a:r>
          </a:p>
          <a:p>
            <a:r>
              <a:t>Chef de projet</a:t>
            </a:r>
          </a:p>
          <a:p>
            <a:r>
              <a:t>Change manager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Concertation sociale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– CPPT – Délégation syndicale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Gouvernance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Modèle rhénan</a:t>
            </a:r>
          </a:p>
          <a:p>
            <a:r>
              <a:t>Dialogue social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Travail en équipe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Coordination</a:t>
            </a:r>
          </a:p>
          <a:p>
            <a:r>
              <a:t>Climat relationnel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Tuckman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Forming</a:t>
            </a:r>
          </a:p>
          <a:p>
            <a:r>
              <a:t>Storming</a:t>
            </a:r>
          </a:p>
          <a:p>
            <a:r>
              <a:t>Norming</a:t>
            </a:r>
          </a:p>
          <a:p>
            <a:r>
              <a:t>Performing</a:t>
            </a:r>
          </a:p>
          <a:p>
            <a:r>
              <a:t>Adjourning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Belbin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Rôles d’action</a:t>
            </a:r>
          </a:p>
          <a:p>
            <a:r>
              <a:t>Rôles sociaux</a:t>
            </a:r>
          </a:p>
          <a:p>
            <a:r>
              <a:t>Rôles mentaux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émotionnelle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Empathie</a:t>
            </a:r>
          </a:p>
          <a:p>
            <a:r>
              <a:t>Gestion des émotions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vs Agile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vs 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Autonomie vs cadre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Herzberg</a:t>
            </a:r>
          </a:p>
          <a:p>
            <a:r>
              <a:t>Hygiène / Motivation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Affectif</a:t>
            </a:r>
          </a:p>
          <a:p>
            <a:r>
              <a:t>Normatif</a:t>
            </a:r>
          </a:p>
          <a:p>
            <a:r>
              <a:t>Continuité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psychologique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Confiance</a:t>
            </a:r>
          </a:p>
          <a:p>
            <a:r>
              <a:t>Droit à l’erreur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Culture d’entreprise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Valeurs</a:t>
            </a:r>
          </a:p>
          <a:p>
            <a:r>
              <a:t>Pratiques</a:t>
            </a:r>
          </a:p>
          <a:p>
            <a:r>
              <a:t>Cohérence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Pièges managériaux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Sur-contrôle</a:t>
            </a:r>
          </a:p>
          <a:p>
            <a:r>
              <a:t>Incohérences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Management humain = performance durable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
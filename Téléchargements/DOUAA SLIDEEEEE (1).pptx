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Gestion des personnes – Présentation orale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 LEPL1805 – Gestion des personnes</a:t>
            </a:r>
          </a:p>
          <a:p>
            <a:r>
              <a:t>Analyse appliquée à une entreprise fictive réaliste</a:t>
            </a:r>
          </a:p>
          <a:p>
            <a:r>
              <a:t>Lien entre théorie du cours, rapport écrit et pratiques managériales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Centre Médical Horizon – Le 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ASBL du secteur de la santé</a:t>
            </a:r>
          </a:p>
          <a:p>
            <a:r>
              <a:t>600 lits – deux sites – soins 24h/24</a:t>
            </a:r>
          </a:p>
          <a:p>
            <a:r>
              <a:t>Organisation à forte intensité humaine</a:t>
            </a:r>
          </a:p>
          <a:p>
            <a:r>
              <a:t>La qualité du soin dépend directement des personnes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la gestion des personnes est centrale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Activité critique sous pression constante</a:t>
            </a:r>
          </a:p>
          <a:p>
            <a:r>
              <a:t>Charge émotionnelle élevée pour les équipes</a:t>
            </a:r>
          </a:p>
          <a:p>
            <a:r>
              <a:t>Coordination interdisciplinaire indispensable</a:t>
            </a:r>
          </a:p>
          <a:p>
            <a:r>
              <a:t>Le facteur humain devient un levier stratégique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trois dimensions du travail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Dimension productive : qualité des soins, délais, coûts</a:t>
            </a:r>
          </a:p>
          <a:p>
            <a:r>
              <a:t>Dimension relationnelle : coopération entre métiers</a:t>
            </a:r>
          </a:p>
          <a:p>
            <a:r>
              <a:t>Dimension subjective : sens du soin, émotions, identité</a:t>
            </a:r>
          </a:p>
          <a:p>
            <a:r>
              <a:t>Au CMH, ces dimensions sont indissociables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management humain – cadre du cours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Management intégrant la subjectivité et les relations</a:t>
            </a:r>
          </a:p>
          <a:p>
            <a:r>
              <a:t>Réponse au stress, au désengagement et à la souffrance au travail</a:t>
            </a:r>
          </a:p>
          <a:p>
            <a:r>
              <a:t>Différence avec un management purement technico-financier</a:t>
            </a:r>
          </a:p>
          <a:p>
            <a:r>
              <a:t>Vision de la performance à long terme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manager humain au CMH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Importance de l’écoute et de la reconnaissance</a:t>
            </a:r>
          </a:p>
          <a:p>
            <a:r>
              <a:t>Intégration progressive des nouveaux collaborateurs</a:t>
            </a:r>
          </a:p>
          <a:p>
            <a:r>
              <a:t>Dialogue social permanent avec les équipes</a:t>
            </a:r>
          </a:p>
          <a:p>
            <a:r>
              <a:t>Rôle de soutien en situation de tension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Gouvernance et modèle rhénan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Gouvernance : orienter, piloter et contrôler</a:t>
            </a:r>
          </a:p>
          <a:p>
            <a:r>
              <a:t>Logique de long terme propre aux ASBL</a:t>
            </a:r>
          </a:p>
          <a:p>
            <a:r>
              <a:t>Dialogue social et concertation</a:t>
            </a:r>
          </a:p>
          <a:p>
            <a:r>
              <a:t>Proximité avec le modèle rhénan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Contrat de travail et subordination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Trois éléments : travail, rémunération, subordination</a:t>
            </a:r>
          </a:p>
          <a:p>
            <a:r>
              <a:t>Droit de direction de l’employeur encadré légalement</a:t>
            </a:r>
          </a:p>
          <a:p>
            <a:r>
              <a:t>Limites : respect de la dignité et du bien-être</a:t>
            </a:r>
          </a:p>
          <a:p>
            <a:r>
              <a:t>Lien avec le management humain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Concertation sociale au CMH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Instances : CE, CPPT, délégation syndicale</a:t>
            </a:r>
          </a:p>
          <a:p>
            <a:r>
              <a:t>Représentation des travailleurs élue</a:t>
            </a:r>
          </a:p>
          <a:p>
            <a:r>
              <a:t>Dialogue lors des transformations organisationnelles</a:t>
            </a:r>
          </a:p>
          <a:p>
            <a:r>
              <a:t>Réduction des tensions sociales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Stratégie, vision et valeurs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Vision : soins de qualité centrés sur le patient</a:t>
            </a:r>
          </a:p>
          <a:p>
            <a:r>
              <a:t>Mission : service public de santé durable</a:t>
            </a:r>
          </a:p>
          <a:p>
            <a:r>
              <a:t>Valeurs : respect, solidarité, professionnalisme</a:t>
            </a:r>
          </a:p>
          <a:p>
            <a:r>
              <a:t>La stratégie repose sur l’engagement des personnes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Transformation et changement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Évolutions technologiques et organisationnelles</a:t>
            </a:r>
          </a:p>
          <a:p>
            <a:r>
              <a:t>Impacts humains importants</a:t>
            </a:r>
          </a:p>
          <a:p>
            <a:r>
              <a:t>Résistances possibles au changement</a:t>
            </a:r>
          </a:p>
          <a:p>
            <a:r>
              <a:t>Nécessité d’un accompagnement managérial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conduite du changement – ADKAR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Awareness : comprendre le changement</a:t>
            </a:r>
          </a:p>
          <a:p>
            <a:r>
              <a:t>Desire : vouloir s’engager</a:t>
            </a:r>
          </a:p>
          <a:p>
            <a:r>
              <a:t>Knowledge &amp; Ability : apprendre et appliquer</a:t>
            </a:r>
          </a:p>
          <a:p>
            <a:r>
              <a:t>Reinforcement : ancrer dans la durée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Engagement organisationnel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Lien psychologique entre la personne et l’organisation</a:t>
            </a:r>
          </a:p>
          <a:p>
            <a:r>
              <a:t>Engagement affectif dominant au CMH (sens du soin)</a:t>
            </a:r>
          </a:p>
          <a:p>
            <a:r>
              <a:t>Fragilisation en cas de surcharge ou incohérence</a:t>
            </a:r>
          </a:p>
          <a:p>
            <a:r>
              <a:t>Rôle clé du management dans le maintien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et moteurs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Herzberg : hygiène ≠ motivation</a:t>
            </a:r>
          </a:p>
          <a:p>
            <a:r>
              <a:t>Motivateurs : reconnaissance, responsabilité, sens</a:t>
            </a:r>
          </a:p>
          <a:p>
            <a:r>
              <a:t>Forte vocation mais fatigue possible</a:t>
            </a:r>
          </a:p>
          <a:p>
            <a:r>
              <a:t>Importance de nourrir les moteurs internes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personne au travail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Composantes : émotions, cognition, comportements</a:t>
            </a:r>
          </a:p>
          <a:p>
            <a:r>
              <a:t>Les décisions ne sont pas purement rationnelles</a:t>
            </a:r>
          </a:p>
          <a:p>
            <a:r>
              <a:t>Importance du climat de travail</a:t>
            </a:r>
          </a:p>
          <a:p>
            <a:r>
              <a:t>Lien direct avec la performance collective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Neurosciences et gestion des personnes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Cerveau émotionnel et rationnel</a:t>
            </a:r>
          </a:p>
          <a:p>
            <a:r>
              <a:t>Les émotions influencent les décisions</a:t>
            </a:r>
          </a:p>
          <a:p>
            <a:r>
              <a:t>La gestion des personnes n’est pas une science exacte</a:t>
            </a:r>
          </a:p>
          <a:p>
            <a:r>
              <a:t>Besoin d’observation et d’adaptation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Travail en équipe et projets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Travail interdisciplinaire permanent</a:t>
            </a:r>
          </a:p>
          <a:p>
            <a:r>
              <a:t>Coordination et communication essentielles</a:t>
            </a:r>
          </a:p>
          <a:p>
            <a:r>
              <a:t>Rôle du manager comme régulateur</a:t>
            </a:r>
          </a:p>
          <a:p>
            <a:r>
              <a:t>Importance du climat relationnel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 vs Waterfall – dimension humaine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Agile : adaptation, feedback, autonomie</a:t>
            </a:r>
          </a:p>
          <a:p>
            <a:r>
              <a:t>Waterfall : cadre clair et structuré</a:t>
            </a:r>
          </a:p>
          <a:p>
            <a:r>
              <a:t>CMH : fonctionnement proche de l’agile</a:t>
            </a:r>
          </a:p>
          <a:p>
            <a:r>
              <a:t>Meilleure prise en compte des personnes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Productivité vs contributivité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Logique de productivité : pression et contrôle</a:t>
            </a:r>
          </a:p>
          <a:p>
            <a:r>
              <a:t>Logique de contributivité : implication et compétences</a:t>
            </a:r>
          </a:p>
          <a:p>
            <a:r>
              <a:t>Choix du CMH : requalification plutôt que suppression</a:t>
            </a:r>
          </a:p>
          <a:p>
            <a:r>
              <a:t>Impact positif sur l’engagement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générale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facteur humain est central dans la performance</a:t>
            </a:r>
          </a:p>
          <a:p>
            <a:r>
              <a:t>Le management humain soutient la durabilité</a:t>
            </a:r>
          </a:p>
          <a:p>
            <a:r>
              <a:t>Le cas CMH illustre les concepts du cours</a:t>
            </a:r>
          </a:p>
          <a:p>
            <a:r>
              <a:t>Le cours permet de lire et comprendre la réalité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